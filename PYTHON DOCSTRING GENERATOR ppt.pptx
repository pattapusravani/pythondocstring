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2" r:id="rId7"/>
    <p:sldId id="313" r:id="rId8"/>
    <p:sldId id="314" r:id="rId9"/>
    <p:sldId id="315" r:id="rId10"/>
    <p:sldId id="316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EE293-B8C7-4B65-B5FD-5D72C350CFE0}" v="2" dt="2026-02-13T14:21:17.560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 varScale="1">
        <p:scale>
          <a:sx n="64" d="100"/>
          <a:sy n="64" d="100"/>
        </p:scale>
        <p:origin x="978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tapu sravani naga maha lakshmi" userId="ac180632b6e87106" providerId="LiveId" clId="{188DFEF7-0919-4C2E-B01F-1360751787DC}"/>
    <pc:docChg chg="modSld">
      <pc:chgData name="pattapu sravani naga maha lakshmi" userId="ac180632b6e87106" providerId="LiveId" clId="{188DFEF7-0919-4C2E-B01F-1360751787DC}" dt="2026-02-13T14:21:44.317" v="8" actId="1076"/>
      <pc:docMkLst>
        <pc:docMk/>
      </pc:docMkLst>
      <pc:sldChg chg="addSp modSp mod">
        <pc:chgData name="pattapu sravani naga maha lakshmi" userId="ac180632b6e87106" providerId="LiveId" clId="{188DFEF7-0919-4C2E-B01F-1360751787DC}" dt="2026-02-13T14:21:44.317" v="8" actId="1076"/>
        <pc:sldMkLst>
          <pc:docMk/>
          <pc:sldMk cId="398746266" sldId="313"/>
        </pc:sldMkLst>
        <pc:spChg chg="mod">
          <ac:chgData name="pattapu sravani naga maha lakshmi" userId="ac180632b6e87106" providerId="LiveId" clId="{188DFEF7-0919-4C2E-B01F-1360751787DC}" dt="2026-02-13T14:21:17.559" v="4" actId="14100"/>
          <ac:spMkLst>
            <pc:docMk/>
            <pc:sldMk cId="398746266" sldId="313"/>
            <ac:spMk id="5" creationId="{64BB477E-A680-33BC-B74F-FF2E4EA25813}"/>
          </ac:spMkLst>
        </pc:spChg>
        <pc:picChg chg="add mod">
          <ac:chgData name="pattapu sravani naga maha lakshmi" userId="ac180632b6e87106" providerId="LiveId" clId="{188DFEF7-0919-4C2E-B01F-1360751787DC}" dt="2026-02-13T14:21:44.317" v="8" actId="1076"/>
          <ac:picMkLst>
            <pc:docMk/>
            <pc:sldMk cId="398746266" sldId="313"/>
            <ac:picMk id="6" creationId="{136C7900-636F-DA2E-8603-1330FCDF440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PYTHON DOCSTRING GENERATOR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sz="1600" dirty="0"/>
              <a:t>PRESENTED BY:</a:t>
            </a:r>
            <a:br>
              <a:rPr lang="en-US" sz="1600" dirty="0"/>
            </a:br>
            <a:r>
              <a:rPr lang="en-US" sz="1600" dirty="0"/>
              <a:t>P SRAVANI NAGA MAHA LAKSHMI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Architecture</a:t>
            </a:r>
          </a:p>
          <a:p>
            <a:r>
              <a:rPr lang="en-US" dirty="0"/>
              <a:t>Technologies used</a:t>
            </a:r>
          </a:p>
          <a:p>
            <a:r>
              <a:rPr lang="en-US" dirty="0"/>
              <a:t>Methodologies</a:t>
            </a:r>
          </a:p>
          <a:p>
            <a:r>
              <a:rPr lang="en-US" dirty="0"/>
              <a:t>Implementation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2E95DA-B5D6-0D41-45D8-7AB16EFFC93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750" y="3021042"/>
            <a:ext cx="631346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Python docstring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with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and Google Gemini AI (v2.5)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 → detects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existing docstrings or generates new 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multiple styles: Google, NumPy, PEP257, Sphinx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 the file generated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4CD1-3CBB-7632-6CE0-10DCCF7D2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ECAB8-37AA-42FA-CDD7-2B452BEA22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BB477E-A680-33BC-B74F-FF2E4EA2581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50898" y="2273163"/>
            <a:ext cx="63593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HTML, CSS (two‑panel layout)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Flask routes handle uploads &amp; API calls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Parser: Python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module extracts functions/docstrings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Engine: Gemini 2.5 generates missing docstrings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Results displayed in UI + stored in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6C7900-636F-DA2E-8603-1330FCDF4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95" y="2227486"/>
            <a:ext cx="5400008" cy="36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A474-0738-CD49-7AF5-7A41C8EE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DD914-B06E-96B1-1493-550B57AAF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C6EF54-2CEF-DF42-B820-85271D28D8D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20329" y="2551837"/>
            <a:ext cx="635799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3.10+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:used for web Framework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AI v2.5 (docstring generation)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 module (code parsing)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HTML/CSS (frontend UI)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17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24AD-885F-7308-870C-2D37515C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8872-E168-67A2-E9D0-FB4DF3040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E4A16AF-48B5-5BFE-4D46-36F097AA128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565" y="2498239"/>
            <a:ext cx="6283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uploads Python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reads and parses file 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each function: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docstring exists → display function + docstring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missing → send function code to Gemini 2.5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returns standardized docstring in chosen style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shown in UI and saved in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753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C0E3B-20AB-3D55-101A-9FF3FEFB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133A9-FF14-1ECF-9214-2B6835BF7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9AD7A7-0C51-A6A8-69B4-D28C5749392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565" y="3174715"/>
            <a:ext cx="692689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Split panels → left (history), right (upload + output)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Flask route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GET/POST requests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Generative Model("gemini-2.5")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generation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Formatting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 name + docstring displayed neatly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Runs locally with Flask, can be extended to cloud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09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3103" y="1224536"/>
            <a:ext cx="5715000" cy="272770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{5A3F2593-88D6-4189-8D37-0091A9BEC4BA}TF8a9b5915-b8c7-461e-8cdd-693d48b5e32371f7b7e2_win32-4bf0b9a2ea37</Template>
  <TotalTime>48</TotalTime>
  <Words>266</Words>
  <Application>Microsoft Office PowerPoint</Application>
  <PresentationFormat>Widescreen</PresentationFormat>
  <Paragraphs>47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Unicode MS</vt:lpstr>
      <vt:lpstr>Calibri</vt:lpstr>
      <vt:lpstr>Sabon Next LT</vt:lpstr>
      <vt:lpstr>Custom</vt:lpstr>
      <vt:lpstr>PYTHON DOCSTRING GENERATOR      PRESENTED BY: P SRAVANI NAGA MAHA LAKSHMI</vt:lpstr>
      <vt:lpstr>agenda</vt:lpstr>
      <vt:lpstr>Project overview</vt:lpstr>
      <vt:lpstr>  architecture</vt:lpstr>
      <vt:lpstr>Technologies Used</vt:lpstr>
      <vt:lpstr>Methodology</vt:lpstr>
      <vt:lpstr>Implementation details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pattapu sravani naga maha lakshmi</dc:creator>
  <cp:lastModifiedBy>pattapu sravani naga maha lakshmi</cp:lastModifiedBy>
  <cp:revision>1</cp:revision>
  <dcterms:created xsi:type="dcterms:W3CDTF">2026-02-12T13:12:19Z</dcterms:created>
  <dcterms:modified xsi:type="dcterms:W3CDTF">2026-02-13T14:21:51Z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